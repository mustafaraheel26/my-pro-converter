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 Huzaifa Farooq  lab#0 3   2024F -BIT-075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Sir Syed University of Engineering and </a:t>
            </a:r>
          </a:p>
          <a:p>
            <a:r>
              <a:t>Technology  1 </a:t>
            </a:r>
          </a:p>
          <a:p>
            <a:r>
              <a:t>  </a:t>
            </a:r>
          </a:p>
          <a:p>
            <a:r>
              <a:t>Lab Task  1: </a:t>
            </a:r>
          </a:p>
          <a:p>
            <a:r>
              <a:t>Summarize the time and space complexity of algorithms and list the key differences in a table.  </a:t>
            </a:r>
          </a:p>
          <a:p>
            <a:r>
              <a:t> </a:t>
            </a:r>
          </a:p>
          <a:p>
            <a:r>
              <a:t>SUMMARY : </a:t>
            </a:r>
          </a:p>
          <a:p>
            <a:r>
              <a:t>Time Complexity:  Time complexity reveals how the quantity of operations an algorithm </a:t>
            </a:r>
          </a:p>
          <a:p>
            <a:r>
              <a:t>performs expands as the input volume (n) increases. It illustrates the scaling behavior of runtime </a:t>
            </a:r>
          </a:p>
          <a:p>
            <a:r>
              <a:t>with growing data size, instead of tracking real -world seconds.  </a:t>
            </a:r>
          </a:p>
          <a:p>
            <a:r>
              <a:t>Space Complex ity: Space complexity denotes the volume of memory an algorithm utilizes in </a:t>
            </a:r>
          </a:p>
          <a:p>
            <a:r>
              <a:t>proportion to the input scale (n). This covers storage for input data, output results, auxiliary </a:t>
            </a:r>
          </a:p>
          <a:p>
            <a:r>
              <a:t>variables, and stack space from recursive calls or function invocations.  </a:t>
            </a:r>
          </a:p>
          <a:p>
            <a:r>
              <a:t>DIFFERENCE S BETWEEN SPACE AND TIME COMPLEXITY:  </a:t>
            </a:r>
          </a:p>
          <a:p>
            <a:r>
              <a:t> </a:t>
            </a:r>
          </a:p>
          <a:p>
            <a:r>
              <a:t>Aspect  Time Complexity  Space Complexity  </a:t>
            </a:r>
          </a:p>
          <a:p>
            <a:r>
              <a:t>Definition  Indicates how the execution </a:t>
            </a:r>
          </a:p>
          <a:p>
            <a:r>
              <a:t>duration of an algorithm </a:t>
            </a:r>
          </a:p>
          <a:p>
            <a:r>
              <a:t>expands as the input volume </a:t>
            </a:r>
          </a:p>
          <a:p>
            <a:r>
              <a:t>increases.  Shows the quantity of </a:t>
            </a:r>
          </a:p>
          <a:p>
            <a:r>
              <a:t>memory an algorithm </a:t>
            </a:r>
          </a:p>
          <a:p>
            <a:r>
              <a:t>demands as the input scale </a:t>
            </a:r>
          </a:p>
          <a:p>
            <a:r>
              <a:t>grows.  </a:t>
            </a:r>
          </a:p>
          <a:p>
            <a:r>
              <a:t>Focus  Runtime performance or </a:t>
            </a:r>
          </a:p>
          <a:p>
            <a:r>
              <a:t>processing speed.  Memory consumption or </a:t>
            </a:r>
          </a:p>
          <a:p>
            <a:r>
              <a:t>storage needs.  </a:t>
            </a:r>
          </a:p>
          <a:p>
            <a:r>
              <a:t>Measurement  Number of fundamental </a:t>
            </a:r>
          </a:p>
          <a:p>
            <a:r>
              <a:t>operations or computational </a:t>
            </a:r>
          </a:p>
          <a:p>
            <a:r>
              <a:t>steps performed.  Volume of memory units </a:t>
            </a:r>
          </a:p>
          <a:p>
            <a:r>
              <a:t>(variables, bytes, or auxiliary </a:t>
            </a:r>
          </a:p>
          <a:p>
            <a:r>
              <a:t>space) utilized.  </a:t>
            </a:r>
          </a:p>
          <a:p>
            <a:r>
              <a:t>Main Concern  CPU efficiency or processor </a:t>
            </a:r>
          </a:p>
          <a:p>
            <a:r>
              <a:t>workload.  Memory (RAM or storage) </a:t>
            </a:r>
          </a:p>
          <a:p>
            <a:r>
              <a:t>availability.  </a:t>
            </a:r>
          </a:p>
          <a:p>
            <a:r>
              <a:t>Optimization Goal  Minimize the duration </a:t>
            </a:r>
          </a:p>
          <a:p>
            <a:r>
              <a:t>required for completion.  Decrease the overall memory </a:t>
            </a:r>
          </a:p>
          <a:p>
            <a:r>
              <a:t>footprint.  </a:t>
            </a:r>
          </a:p>
          <a:p>
            <a:r>
              <a:t>Types  Best case, average case, worst </a:t>
            </a:r>
          </a:p>
          <a:p>
            <a:r>
              <a:t>case (e.g., O(1), O(log n), </a:t>
            </a:r>
          </a:p>
          <a:p>
            <a:r>
              <a:t>O(n), O(n²))  Usually denoted in similar </a:t>
            </a:r>
          </a:p>
          <a:p>
            <a:r>
              <a:t>fashion (e.g., O(1), O(n), </a:t>
            </a:r>
          </a:p>
          <a:p>
            <a:r>
              <a:t>O(n²)).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 Huzaifa Farooq  lab#0 3   2024F -BIT-075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Sir Syed University of Engineering and </a:t>
            </a:r>
          </a:p>
          <a:p>
            <a:r>
              <a:t>Technology  2 </a:t>
            </a:r>
          </a:p>
          <a:p>
            <a:r>
              <a:t>  </a:t>
            </a:r>
          </a:p>
          <a:p>
            <a:r>
              <a:t>Lab Task 2:  </a:t>
            </a:r>
          </a:p>
          <a:p>
            <a:r>
              <a:t>Determine, for the typical algorithms that you use to perform calculations by hand, the running </a:t>
            </a:r>
          </a:p>
          <a:p>
            <a:r>
              <a:t>time to do the following:  </a:t>
            </a:r>
          </a:p>
          <a:p>
            <a:r>
              <a:t>         a. Add two N -digit integers.  </a:t>
            </a:r>
          </a:p>
          <a:p>
            <a:r>
              <a:t>         b. Multiply two N -digit integers.  </a:t>
            </a:r>
          </a:p>
          <a:p>
            <a:r>
              <a:t>         c. Divide two N -digit integers.  </a:t>
            </a:r>
          </a:p>
          <a:p>
            <a:r>
              <a:t> </a:t>
            </a:r>
          </a:p>
          <a:p>
            <a:r>
              <a:t>a. Addition of Two N -Digit Numbers:   </a:t>
            </a:r>
          </a:p>
          <a:p>
            <a:r>
              <a:t>Process:  Sum corresponding digits from the least significant position toward the most </a:t>
            </a:r>
          </a:p>
          <a:p>
            <a:r>
              <a:t>significant, propagating any carry to the following position.  </a:t>
            </a:r>
          </a:p>
          <a:p>
            <a:r>
              <a:t>Explanation:  A single addition is needed per digit pair; hence the total effort rises linearly with </a:t>
            </a:r>
          </a:p>
          <a:p>
            <a:r>
              <a:t>the count of di gits.  </a:t>
            </a:r>
          </a:p>
          <a:p>
            <a:r>
              <a:t>Time Complexity:  O(N)  </a:t>
            </a:r>
          </a:p>
          <a:p>
            <a:r>
              <a:t>b. Multiplication of Two N -Digit Numbers:   </a:t>
            </a:r>
          </a:p>
          <a:p>
            <a:r>
              <a:t>Process:  Compute the product of every digit from the first number with each digit of the second, </a:t>
            </a:r>
          </a:p>
          <a:p>
            <a:r>
              <a:t>then combine all intermediate products (similar to manual long multiplication).  </a:t>
            </a:r>
          </a:p>
          <a:p>
            <a:r>
              <a:t>Explanation:  Each digit in one operand pairs with every digit in the other, producing </a:t>
            </a:r>
          </a:p>
          <a:p>
            <a:r>
              <a:t>approximately N×N individual multiplications.  </a:t>
            </a:r>
          </a:p>
          <a:p>
            <a:r>
              <a:t>Time Complexity:  O(N²)  </a:t>
            </a:r>
          </a:p>
          <a:p>
            <a:r>
              <a:t>c. Division of Two N -Digit Numbers:   </a:t>
            </a:r>
          </a:p>
          <a:p>
            <a:r>
              <a:t>Process:  Apply classic long division by repeatedly subtracting scaled versions of the divisor </a:t>
            </a:r>
          </a:p>
          <a:p>
            <a:r>
              <a:t>from the current remainder and appending the next digit.  </a:t>
            </a:r>
          </a:p>
          <a:p>
            <a:r>
              <a:t>Explanation:  Every iteration performs comparisons and subtractions that may span up to N </a:t>
            </a:r>
          </a:p>
          <a:p>
            <a:r>
              <a:t>digits, yielding around N² elementary operations overall.  </a:t>
            </a:r>
          </a:p>
          <a:p>
            <a:r>
              <a:t>Time Complexity:  O(N²) </a:t>
            </a:r>
          </a:p>
          <a:p>
            <a:r>
              <a:t> </a:t>
            </a:r>
          </a:p>
          <a:p>
            <a:r>
              <a:t>SUMMARY TABLE:  </a:t>
            </a:r>
          </a:p>
          <a:p>
            <a:r>
              <a:t> </a:t>
            </a:r>
          </a:p>
          <a:p>
            <a:r>
              <a:t>Operation  Running Time (Big -O) </a:t>
            </a:r>
          </a:p>
          <a:p>
            <a:r>
              <a:t>Addition of two N -digit integers  O(n)  </a:t>
            </a:r>
          </a:p>
          <a:p>
            <a:r>
              <a:t>Multiplication of two N -digit integer  O(n2)  </a:t>
            </a:r>
          </a:p>
          <a:p>
            <a:r>
              <a:t>Division of two N -digit integers  O(n2) 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 Huzaifa Farooq  lab#0 3   2024F -BIT-075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Sir Syed University of Engineering and </a:t>
            </a:r>
          </a:p>
          <a:p>
            <a:r>
              <a:t>Technology  3 </a:t>
            </a:r>
          </a:p>
          <a:p>
            <a:r>
              <a:t>  </a:t>
            </a:r>
          </a:p>
          <a:p>
            <a:r>
              <a:t>Lab Task 3:  </a:t>
            </a:r>
          </a:p>
          <a:p>
            <a:r>
              <a:t>Describe all cases of algorithm analysis (BEST, WORST &amp; AVERAGE CASES).  </a:t>
            </a:r>
          </a:p>
          <a:p>
            <a:r>
              <a:t>For a sequential search of an array a[ 0..n] with n elements write the comparison of these cases.  </a:t>
            </a:r>
          </a:p>
          <a:p>
            <a:r>
              <a:t>Cases of Algorithm Analysis:  </a:t>
            </a:r>
          </a:p>
          <a:p>
            <a:r>
              <a:t>Algorithm analysis is the technique used to evaluate how efficient an algorithm performs. It is </a:t>
            </a:r>
          </a:p>
          <a:p>
            <a:r>
              <a:t>typically expressed through three scenarios:  </a:t>
            </a:r>
          </a:p>
          <a:p>
            <a:r>
              <a:t> Best Case:  The situation in which the algorithm requires the leas t amount of time to  </a:t>
            </a:r>
          </a:p>
          <a:p>
            <a:r>
              <a:t>complete.  </a:t>
            </a:r>
          </a:p>
          <a:p>
            <a:r>
              <a:t> Worst Case:  The scenario where the algorithm demands the maximum possible time to finish </a:t>
            </a:r>
          </a:p>
          <a:p>
            <a:r>
              <a:t>execution. ·  </a:t>
            </a:r>
          </a:p>
          <a:p>
            <a:r>
              <a:t> Average Case:  The anticipated runtime of the algorithm when operating on ordinary or </a:t>
            </a:r>
          </a:p>
          <a:p>
            <a:r>
              <a:t>randomly distributed inputs.  </a:t>
            </a:r>
          </a:p>
          <a:p>
            <a:r>
              <a:t> </a:t>
            </a:r>
          </a:p>
          <a:p>
            <a:r>
              <a:t>SEQUENTIAL SEARCH:  </a:t>
            </a:r>
          </a:p>
          <a:p>
            <a:r>
              <a:t> </a:t>
            </a:r>
          </a:p>
          <a:p>
            <a:r>
              <a:t>Case  Condition  Number of </a:t>
            </a:r>
          </a:p>
          <a:p>
            <a:r>
              <a:t>Comparisons  Time Complexity  Explanation  </a:t>
            </a:r>
          </a:p>
          <a:p>
            <a:r>
              <a:t>Best Case  The target element </a:t>
            </a:r>
          </a:p>
          <a:p>
            <a:r>
              <a:t>K is positioned at </a:t>
            </a:r>
          </a:p>
          <a:p>
            <a:r>
              <a:t>the very start of the </a:t>
            </a:r>
          </a:p>
          <a:p>
            <a:r>
              <a:t>array.  1 O(1)  The search </a:t>
            </a:r>
          </a:p>
          <a:p>
            <a:r>
              <a:t>terminates </a:t>
            </a:r>
          </a:p>
          <a:p>
            <a:r>
              <a:t>instantly after the </a:t>
            </a:r>
          </a:p>
          <a:p>
            <a:r>
              <a:t>first check.  </a:t>
            </a:r>
          </a:p>
          <a:p>
            <a:r>
              <a:t>Worst </a:t>
            </a:r>
          </a:p>
          <a:p>
            <a:r>
              <a:t>Case  The target element </a:t>
            </a:r>
          </a:p>
          <a:p>
            <a:r>
              <a:t>K is located at the </a:t>
            </a:r>
          </a:p>
          <a:p>
            <a:r>
              <a:t>end of the array or </a:t>
            </a:r>
          </a:p>
          <a:p>
            <a:r>
              <a:t>is absent entirely.  N O(n)  Every element in </a:t>
            </a:r>
          </a:p>
          <a:p>
            <a:r>
              <a:t>the array needs to </a:t>
            </a:r>
          </a:p>
          <a:p>
            <a:r>
              <a:t>be examined </a:t>
            </a:r>
          </a:p>
          <a:p>
            <a:r>
              <a:t>before reaching a </a:t>
            </a:r>
          </a:p>
          <a:p>
            <a:r>
              <a:t>conclusion.  </a:t>
            </a:r>
          </a:p>
          <a:p>
            <a:r>
              <a:t> </a:t>
            </a:r>
          </a:p>
          <a:p>
            <a:r>
              <a:t>Average </a:t>
            </a:r>
          </a:p>
          <a:p>
            <a:r>
              <a:t>Case  The target element </a:t>
            </a:r>
          </a:p>
          <a:p>
            <a:r>
              <a:t>K can appear in any </a:t>
            </a:r>
          </a:p>
          <a:p>
            <a:r>
              <a:t>random position </a:t>
            </a:r>
          </a:p>
          <a:p>
            <a:r>
              <a:t>with equal </a:t>
            </a:r>
          </a:p>
          <a:p>
            <a:r>
              <a:t>likelihood.  (n+1)/2  O(n)  On average, </a:t>
            </a:r>
          </a:p>
          <a:p>
            <a:r>
              <a:t>roughly half of the </a:t>
            </a:r>
          </a:p>
          <a:p>
            <a:r>
              <a:t>elements are </a:t>
            </a:r>
          </a:p>
          <a:p>
            <a:r>
              <a:t>inspected before </a:t>
            </a:r>
          </a:p>
          <a:p>
            <a:r>
              <a:t>locating K.  </a:t>
            </a:r>
          </a:p>
          <a:p>
            <a:r>
              <a:t> </a:t>
            </a:r>
          </a:p>
          <a:p>
            <a: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